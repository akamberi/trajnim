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a2b0681c_1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a2b0681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a2b0681c_1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a2b0681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45d7158fe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45d7158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a2b0681c_1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a2b0681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45d7158fe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45d7158f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5ee969f4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45ee969f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a2b0681c_1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a2b0681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45d7158fe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45d7158f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a2b0681c_1_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a2b0681c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a2b0681c_1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a2b0681c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a2b0681c_1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a2b0681c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a2b0681c_1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a2b0681c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a2b0681c_1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a2b0681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623075" y="1075775"/>
            <a:ext cx="8222100" cy="23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LEKSION 10 : </a:t>
            </a:r>
            <a:r>
              <a:rPr lang="en"/>
              <a:t>Modelet dhe Entity Framework Core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Temat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96125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Çfarë është database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Si lidhet c# me databazen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Cfare eshte EF Core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Cfare eshte nje model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Krijimi i Context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Migrimet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Relacionet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129275" y="738725"/>
            <a:ext cx="85647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ÇFARË ËSHTË DATABASE? 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Databaza (DB) është një vend ku ruajmë të dhëna në mënyrë të strukturuar.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Llojet kryesore të databazave: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Database (SQL)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SQL Server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MySQL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PostgreSQL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SQLite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572000" y="1739475"/>
            <a:ext cx="44898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Non-relational (NoSQL)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MongoDB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Redis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CosmosDB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Në .NET, më i përdoruri është SQL Server, sepse lidhet natyrshëm me Microsoft ecosystem.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129275" y="738725"/>
            <a:ext cx="85647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 lidhet C# me databazën?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Ekzistojnë 3 mënyra kryesore: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ADO.NET (më e vjetra, low-level)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Përdor SqlConnection, SqlCommand, SqlDataReader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Shumë kod, kontroll total, por jo praktike për projekte të mëdha.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Dapper (micro ORM)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Shumë i shpejtë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Jeton midis ADO.NET dhe EF Core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Bën map automatik të rezultateve në objekte.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572000" y="1739475"/>
            <a:ext cx="4489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✔ 3) Entity Framework Core (ORM modern, i përdoruri standard sot)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Nuk shkruan SQL manualisht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Punon me modele (klasa)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Bën map të klasave në tabela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Përkthen kodin në SQL automatikisht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– Mban migrimet dhe strukturën e databazës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82075" y="738725"/>
            <a:ext cx="8412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Çfarë është Entity Framework Core (EF Core)?</a:t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223300" y="1727725"/>
            <a:ext cx="8721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Framework Core (EF Core) është një ORM (Object-Relational Mapper) — një mjet që lidh objektet C# me tabelat e bazës së të dhënave.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Në vend që të shkruajmë `SQL` manualisht, ne përdorim objekte: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për të ruajtur,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për të lexuar,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për të përditësuar,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për të fshirë të dhëna.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Procesi i EF Core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Krijon modele (klasa).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Përdor `DbContext` për të menaxhuar lidhjen me databazën.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Aplikohet **migration** për të krijuar tabelat.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Aplikacioni përdor LINQ për të komunikuar me 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282075" y="738725"/>
            <a:ext cx="8412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PAKETAT E EF CORE QË DUHET TË INSTALONI </a:t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23300" y="1727725"/>
            <a:ext cx="872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 right-click te projekti qe duhen =&gt; Manage NuGet Packages =&gt; Kerkoni </a:t>
            </a:r>
            <a:r>
              <a:rPr lang="en"/>
              <a:t>librarine qe deshironi te instaloni=&gt;Install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Microsoft.EntityFrameworkCore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Microsoft.EntityFrameworkCore.SqlServer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Microsoft.EntityFrameworkCore.Tools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Çfarë është një Model?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Në ASP.NET Core, Model është një klasë që përfaqëson një entitet nga bota reale, p.sh. Student, Kurs, Libër, etj.Secili Model do të bëhet një tabelë në bazën e të dhënave, ndërsa vlerat e tij* janë kolonat e tabelës.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Book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public int Id { get; set; }      // Primary Key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public string Name { get; set; } // Kolonë tekst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public decimal Price{ get; set; } // Kolonë tekst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**Rregulli:**ASP.NET automatikisht do ta marrë këtë klasë dhe do ta shndërrojë në një **tabelë `Books`** në databazë (kur përdorim EF Core).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Krijimi i një konteksti (DbContext)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DbContext është klasa që përfaqëson lidhjen me databazën. Ajo përmban një ose më shumë DbSet – secili përfaqëson një tabelë.Shembull: `AppDbContext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Krijo një skedar të ri në `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Data/AppDbContext.cs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`: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Microsoft.EntityFrameworkCore;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HelloWorldApp.Models;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namespace HelloWorldApp.Data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public class AppDbContext : DbContext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812625" y="1609750"/>
            <a:ext cx="43314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public AppDbContext(DbContextOptions&lt;AppDbContext&gt; options) : base(options)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{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public DbSet&lt;Book&gt; Books{ get; set; 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Konfigurimi i lidhjes me databazën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Në `appsettings.json`, shto Connection String: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"ConnectionStrings":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"DefaultConnection": "Server=(localdb)\\mssqllocaldb;Database=HelloWorldDB;Trusted_Connection=True;"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812625" y="1609750"/>
            <a:ext cx="4331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Në `Program.cs`, shto konfigurimin për EF Core: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builder.Services.AddDbContext&lt;AppDbContext&gt;(options 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options.UseSqlServer(builder.Configuration.GetConnectionString("DefaultConnection")));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61675" y="738725"/>
            <a:ext cx="8532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Shtimi i context ne Controller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0" y="1609750"/>
            <a:ext cx="4572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readonly AppDbContext _context;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BooksController(AppDbContext context)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_context = context;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Krijimi i migrimeve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0" y="1609750"/>
            <a:ext cx="91440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Migrimet janë mënyra se si EF Core përkthen klasat në tabela SQL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ë **Package Manager Console**, shkruaj komandat: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Add-Migration InitialCreate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Update-Database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Kjo do të: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Krijojë një folder `Migrations/`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Gjenerojë një skedar SQL për krijimin e tabelës `Students`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Krijojë fizikisht databazën në SQL Server LocalDB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152700" y="738725"/>
            <a:ext cx="8541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RELACIONET (Authors – Books) 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0" y="1679700"/>
            <a:ext cx="45270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mënyra si tabelat lidhen: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One-to-On</a:t>
            </a: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lidhje nje me shume 1 autor - disa libra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Author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int Id { get; set; 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string Name { get; set; } = null!;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// Navigation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List&lt;Book&gt; Books { get; set; } = new();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4527000" y="1679700"/>
            <a:ext cx="4365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class Book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int Id { get; set;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string Title { get; set; } = null!;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decimal Price { get; set;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// Foreign key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int AuthorId { get; set;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// Navigation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Author? Author { get; set;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52700" y="738725"/>
            <a:ext cx="8541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RELACIONET (Books – Categories) 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0" y="1679700"/>
            <a:ext cx="45270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mënyra si tabelat lidhen: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One-to-On</a:t>
            </a: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Many-to-Many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 &lt;-&gt; Category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(një libër mund të ketë shumë zhanre dhe një zhanër shumë libra)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Book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int Id { get; set; 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string Title { get; set; } = null!;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List&lt;Category&gt; Categories { get; set; } = new();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527000" y="1679700"/>
            <a:ext cx="4365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public class Category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{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int Id { get; set; }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string Name { get; set; } = null!;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List&lt;Book&gt; Books { get; set; } = new();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}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EF Core do krijojë një tabelë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BookCategory</a:t>
            </a:r>
            <a:r>
              <a:rPr lang="en" sz="1100"/>
              <a:t> me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BookId</a:t>
            </a:r>
            <a:r>
              <a:rPr lang="en" sz="1100"/>
              <a:t> dhe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CategoryId</a:t>
            </a:r>
            <a:r>
              <a:rPr lang="en" sz="1100"/>
              <a:t>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152700" y="738725"/>
            <a:ext cx="8541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RELACIONET (Authors – AuthorProfile) 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0" y="1679700"/>
            <a:ext cx="45270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mënyra si tabelat lidhen: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One-to-On</a:t>
            </a: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One-to-One 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AuthorProfile (1:1) për Author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nje autor ka nje profil.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Author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int Id { get; set; 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string Name { get; set; } = null!;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AuthorProfile? Profile { get; set; 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527000" y="1679700"/>
            <a:ext cx="43656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public class AuthorProfile 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{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int Id { get; set; } // mund të jetë edhe AuthorId si PK dhe FK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string Bio { get; set; } = null!;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int AuthorId { get; set; }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   public Author Author { get; set; } = null!;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 }</a:t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52700" y="738725"/>
            <a:ext cx="8541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Fluent API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0" y="1679700"/>
            <a:ext cx="45270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Fluent API (te DbContext) - per te kuptuar EF relacionin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modelBuilder.Entity&lt;Author&gt;()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.HasOne(a =&gt; a.Profile)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.WithOne(p =&gt; p.Author)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.HasForeignKey&lt;AuthorProfile&gt;(p =&gt; p.AuthorId);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152700" y="738725"/>
            <a:ext cx="85413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CRUD NGA DATABASE 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0" y="1506425"/>
            <a:ext cx="4527000" cy="36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*Read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books = await _context.Books.ToListAsync();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View(books);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*Create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_context.Add(book);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 _context.SaveChangesAsync();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*Edit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_context.Update(book);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await _context.SaveChangesAsync();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527000" y="1506425"/>
            <a:ext cx="436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*Delete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 book = await _context.Books.FindAsync(id);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_context.Books.Remove(book);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await _context.SaveChangesAsync();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