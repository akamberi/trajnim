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1F2F49-FA03-4BAF-813E-DED6910D5F72}">
  <a:tblStyle styleId="{F31F2F49-FA03-4BAF-813E-DED6910D5F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743906997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74390699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5764aa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5764aa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5f676c461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5f676c46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5f676c461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5f676c4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5764aad5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f5764aad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5764aad5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5764aa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5764aad5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5764aa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f5764aad5_0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f5764aa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5764aad5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f5764aad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f5764aad5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f5764aad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5764aad5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f5764aad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5764aad5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f5764aad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5764aad5_0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f5764aad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5764aad5_0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5764aad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5764aad5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f5764aad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5764aad5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f5764aad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f5764aad5_0_1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f5764aad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asp.ne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asp.ne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623075" y="1762950"/>
            <a:ext cx="8222100" cy="161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LEKSION 6 : </a:t>
            </a:r>
            <a:r>
              <a:rPr lang="en"/>
              <a:t>Hyrje në Web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Temat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Cfare eshte nje web application?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Arkitektura Klient=Server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Çfarë është HTTP?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Roli i teknologjive te Webit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Cfare eshte .NET dhe </a:t>
            </a:r>
            <a:r>
              <a:rPr lang="en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ASP.NET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Një **web aplikacion** është një program që funksionon në internet dhe aksesohet përmes një **shfletuesi (browser)**.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Ndryshe nga një **desktop aplikacion** (që instalohet në kompjuter), një web aplikacion ekzekutohet në një **server**.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**Shembuj të web aplikacioneve:**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Gmail, Facebook, LinkedIn, YouTube, etj.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Sisteme akademike (p.sh. SMU, UMS, Moodle).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Aplikacione të brendshme në kompani.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Arkitektura Klient-Server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Një aplikacion web përbëhet nga dy pjesë</a:t>
            </a:r>
            <a:b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Komponenti i pare: </a:t>
            </a:r>
            <a:r>
              <a:rPr b="1"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Klienti </a:t>
            </a: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pajisja qe dergon kerkesen (browser, celular etj) Shembuj: Google Chrome, Edge</a:t>
            </a:r>
            <a:b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Komponenti i dyte: </a:t>
            </a:r>
            <a:r>
              <a:rPr b="1"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Serveri </a:t>
            </a: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Kompjuteri qe merr kerkesen, e perpunon dhe kthen pergjigj. Shembull: Nje server me .NET Core.:</a:t>
            </a:r>
            <a:b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Procesi i Komunikimit</a:t>
            </a:r>
            <a:endParaRPr b="1"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Klienti dërgon një **HTTP Request** për një faqe ose të dhënë.</a:t>
            </a:r>
            <a:endParaRPr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Serveri përpunon kërkesën (p.sh. merr të dhënat nga databaza).</a:t>
            </a:r>
            <a:endParaRPr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Serveri dërgon **HTTP Response** (zakonisht HTML ose JSON).</a:t>
            </a:r>
            <a:endParaRPr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Browseri e shfaq përgjigjen si faqe web.</a:t>
            </a:r>
            <a:endParaRPr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Shembull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 hapim në browser adresën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👉 `https://www.example.com/students/list`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– browseri dërgon një **GET Request** tek serveri.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– serveri kthen një **HTML page** me listën e studentëve.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Cfare eshte HTTP?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**HTTP (HyperText Transfer Protocol)** është protokolli që përshkruan si komunikojnë klienti dhe serveri në web.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**Llojet më të zakonshme të kërkesave HTTP:**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GET - Merr te dhena nga serveri.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POST - Dergon te dhena ne server psh nje formular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PUT -  Perditeson te dhena ekzistuese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DELETE - Fshin te dhena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Roli i teknologjive te web- it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(HyperText Markup Language) - 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 Struktura e faqes web.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 Përshkruan elementet (titujt, paragrafët, tabelat, etj.)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**Shembull:**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&lt;h1&gt;Mirë se vini në faqen e studentëve&lt;/h1&gt;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&lt;p&gt;Kjo është një faqe e thjeshtë HTML.&lt;/p&gt;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Roli i teknologjive te web- it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CSS (Cascading Style Sheets)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</a:t>
            </a: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Jep stilin vizual të faqes (ngjyrat, format, layout-in).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**Shembull:**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h1 {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color: darkblue;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text-align: center;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Roli i teknologjive te web- it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Javascript  -  </a:t>
            </a: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 Jep funksionalitet dinamik në faqen e përdoruesit (front-end).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 Ekzekutohet në browser, jo në server.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**Shembull:**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alert("Mirë se vini në faqen tonë!");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Roli i teknologjive te web- it - C# dhe .NET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Përpunohet në **server (back-end)**.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Merr të dhëna, logjikë biznesi, komunikon me databazën, dhe dërgon përgjigje në klient.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Kombinohet me ASP.NET Core për të krijuar aplikacione web moderne.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Cfare eshte .NET dhe </a:t>
            </a:r>
            <a:r>
              <a:rPr lang="en" u="sng">
                <a:solidFill>
                  <a:schemeClr val="hlink"/>
                </a:solidFill>
                <a:hlinkClick r:id="rId3"/>
              </a:rPr>
              <a:t>ASP.NET</a:t>
            </a:r>
            <a:r>
              <a:rPr lang="en"/>
              <a:t> Core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**.NET** është një platformë zhvillimi nga Microsoft që lejon ndërtimin e aplikacioneve desktop, mobile, dhe web.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**ASP.NET Core** është korniza (framework) për ndërtimin e **aplikacioneve web** me C#.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**Pse ASP.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Core?**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Punon në të gjitha sistemet operative (Windows, Linux, macOS)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Është shumë i shpejtë dhe modern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Mban strukturën MVC (Model-View-Controller)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Shembull konceptual - Pergjigje-&gt;Kerkesa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(Klienti)  --&gt;  Kërkesë HTTP  --&gt;  Server (ASP.NET Core)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(C# Logjikë) --&gt;  Përpunim + Marrje të dhënash  --&gt;  Kthen përgjigje (HTML/JSON)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(Klienti)  --&gt;  Shfaq rezultatin në ekran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Shembull konkrete:  1. Përdoruesi hap: `https://mysite.com/products`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Browseri dërgon një **GET Request**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Serveri ASP.NET Core ekzekuton kodin në C#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Serveri kthen një faqe HTML me listën e produkteve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Browseri e shfaq atë për përdoruesin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Diskutim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 përdorim modelin klient-server në vend të aplikacioneve lokale?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klient-server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përdoret sepse: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Të dhënat ruhen në një vend të përbashkët (server)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dhe mund të aksesohen nga shumë përdorues njëkohësisht.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Përditësimet bëhen vetëm në server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jo në çdo kompjuter veçmas — kështu mirëmbajtja është më e lehtë.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Siguria dhe kontrolli janë më të mirë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sepse të dhënat nuk ruhen lokalisht.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Aksesimi në distancë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përdoruesit mund të hyjnë nga çdo pajisje që ka internet, pa pasur nevojë për instalim lokal.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Çfarë ndodh nëse serveri bie (nuk funksionon)?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 nevojiten teknologji të ndryshme (HTML, CSS, C#, etj.) për një aplikacion web?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Diskutim</a:t>
            </a:r>
            <a:endParaRPr/>
          </a:p>
        </p:txBody>
      </p:sp>
      <p:graphicFrame>
        <p:nvGraphicFramePr>
          <p:cNvPr id="145" name="Google Shape;145;p26"/>
          <p:cNvGraphicFramePr/>
          <p:nvPr/>
        </p:nvGraphicFramePr>
        <p:xfrm>
          <a:off x="471900" y="189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{F31F2F49-FA03-4BAF-813E-DED6910D5F72}</a:tableStyleId>
              </a:tblPr>
              <a:tblGrid>
                <a:gridCol w="2444875"/>
                <a:gridCol w="2888175"/>
                <a:gridCol w="3022525"/>
              </a:tblGrid>
              <a:tr h="457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Karakteristikë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Aplikacion Lokal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Aplikacion Klient-Server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Vendndodhja e të dhënave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Në kompjuterin e përdoruesit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Në server (qendror)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Aksesimi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Vetëm nga një kompjuter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Nga shumë përdorues në rrjet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Përditësimet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Duhet të bëhen në çdo kompjuter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Bëhen një herë në server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Kërkon internet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Jo domosdoshmërisht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 (zakonisht)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Shembuj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Word, Excel, Photoshop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Facebook, Gmail, aplikacione web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Diskutim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Çfarë ndodh nëse serveri bie (nuk funksionon)?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Klientët nuk mund të lidhen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dhe aplikacioni ndalon së funksionuari.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Të dhënat nuk mund të aksesohen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derisa serveri të rikthehet.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Zakonisht, kompanitë përdorin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backup serverë (server rezervë)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ose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hosting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për të shmangur ndërprerjet.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Pra, serveri është pika qendrore, ndaj mirëmbajtja dhe sigurimi i tij janë shumë të rëndësishme.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Diskutim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nevojiten teknologji të ndryshme (HTML, CSS, C#, etj.) për një aplikacion web?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Sepse çdo teknologji ka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 të ndryshëm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strukturon përmbajtjen e faqes (tekst, tabela, forma, etj.).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përcakton pamjen dhe stilin vizual (ngjyrat, fontet, pozicionet, dizajnin).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shton logjikë dhe ndërveprim (klikime, animacione, validime formularësh).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 (ose një gjuhë backend)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përpunon logjikën e biznesit në server, lidhet me databazën, ruan dhe merr të dhëna.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përdoret për menaxhimin e databazës.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Këto teknologji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bashkëpunojnë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për të krijuar një aplikacion web të plotë — ku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merret me atë që sheh përdoruesi dhe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 atë që ndodh “pas skenës”.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Analize praktike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0" y="1609750"/>
            <a:ext cx="29559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Në një fletë (ose Notepad), shkruani një shembull **HTML + CSS + JavaScript** që shfaq një mesazh të mirëseardhjes.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Shembull minimal: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```html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2955900" y="1609750"/>
            <a:ext cx="30000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&lt;title&gt;Faqja e parë&lt;/title&gt;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&lt;style&gt;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h1 { color: darkgreen; 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&lt;/style&gt;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&lt;h1&gt;Mirë se vini!&lt;/h1&gt;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&lt;script&gt;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6000000" y="1568250"/>
            <a:ext cx="29559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alert("Kjo është faqja juaj e parë web!");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&lt;/script&gt;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Permbledhje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Një **web aplikacion** përdor modelin **klient-server**.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Komunikimi bëhet përmes **HTTP Request** dhe **Response**.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**HTML, CSS, dhe JavaScript** përdoren për paraqitjen.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**C# dhe ASP.NET Core** përpunojnë logjikën dhe të dhënat në server.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Detyre praktike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Zbatim Praktik -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Krijo faqen tënde të parë HTML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Krijo një dokument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Shkruaj një titull dhe një paragraf që prezanton emrin tënd dhe arsyen pse po mëson web development.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Shto një ngjyrë sfondi me CSS.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Faqja “About Me”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Krijo një faqe HTML me këto seksione: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Një titull (About Me)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Një paragraf me informacion personal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Një foto (përdor një link nga interneti)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Një listë me 3 hobi ose interesa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Përdor CSS për të ndryshuar ngjyrën e tekstit dhe për të vendosur kufij (border).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Detyre praktike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Lista e Librave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Krijo një faqe HTML që përmban: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Titull: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“Biblioteka ime”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Një tabelë me 3 kolona: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Titulli i Librit, Autori, Viti i Botimit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rreshta të dhënash për librat tuaj të preferuar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të thjeshtë që ndryshon ngjyrën e titujve dhe alternon ngjyrën e rreshtave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